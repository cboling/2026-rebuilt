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D6AF-BA11-A8D5-EB45-BF3B73A51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F148A-7B1E-37FE-93EF-996CF2228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6D3B-2666-FE0F-70C4-6FCCE870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E8DB9-F9A0-21DB-085B-D4F16F61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C91D5-7B91-232C-B3D6-E33A3FC3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4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F033-BB02-DB84-270F-ADAA670E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F07FC-8D4E-C4AF-5C04-A1947E0C7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CB8F-0E61-35AC-15CD-FD402143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AB5B7-C3B7-30FD-A4FD-BE45BB72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81B41-5A5A-AB90-52E3-A4F1614D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0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69B-7178-A7DF-B644-AE6AA096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CD0EA-C7FF-33D1-D93A-85FFC5DD6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A44B4-091A-D3FC-97F4-F535D7B5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4B782-89E4-FFC4-E818-E0944067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A74EA-DCAF-4825-1F67-A0D7482E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1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D9B6-B1DB-E02D-CF1D-71AC9089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4C624-059D-95C4-714F-2E80C5198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68CFC-3D3F-D544-2D15-25DE8999F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CDDA1-4B52-AF57-36B9-BE8AF471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486BD-85F6-C1C3-C4D3-2AAC34E5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70366-60B3-533B-D8AE-E05E0C46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41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6BF9-77BD-796F-EE63-60A18AB5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E1A17-1EE4-C725-5FD5-E86704E2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6C3E3-70D2-611E-1248-2348CF764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3BD93-BEF6-7441-816C-DB7A40C16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36119-ACEA-A837-B557-2DC966F01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387F2-2614-55ED-2D25-FE8CE451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EDF605-88C8-459A-A588-09D9396F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42FE1B-4044-BED6-7855-66F25E23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0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9906-ECFC-4E84-9AA1-62F74844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0B885-3A0E-6324-5A38-3B83CFC4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0FAFA-2A89-BC12-6356-ADFA529C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DCADB-04E4-492E-D63A-B2ADEF59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6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9C1D7-4A65-F15C-5A0D-7AFD6961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AAC50-F222-DFD9-0F50-F6CC9D859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80AB0-D86D-115F-CA05-DDB8D9A2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8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7418-79D7-D1F5-E879-E172B82E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06515-4A84-30EF-120B-046F64B10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61802-C03D-5AA7-B7E2-51FA7F45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45244-DBD6-1F47-10E6-681427EA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159A9-1F00-6C8F-EE2E-F782A706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E4920-FE32-164A-D39C-BFD0442C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5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39B6-738E-E32D-332E-CD3326F5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113BB-9BDA-F471-CDA6-D4195F265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66194-92AC-C860-683F-5B2BF751E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D0D50-EB35-B3D2-DA3E-9544BB4A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2AF73-70B8-07EE-4924-71A294D7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B87BD-DA92-6A7A-CD0D-ED136840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9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DA41-65FF-92AA-4054-7139D76E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1C5E0-6F81-93F0-723D-E987A2CC1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8A2CF-5181-06D4-9BF6-8EA00459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270D1-2717-EE8E-2DC8-EC8C77CD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0EB1-FA97-F8F9-36D9-0A32D5F0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4207B-E11C-7474-4124-9C09D4959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42244-551F-43DD-2B81-1FAFC2090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8166E-C9CF-BD58-C5F1-5FBD7427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EB6F5-CAA3-0781-B5CD-900B2309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65CC6-3FB7-35B0-3D25-BE42EE35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15AFE-A071-455F-689D-C381C6F7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AF7ED-3809-2948-B2BB-24D972D36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3FCC-913B-D36B-CA7E-F71B4D496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00E93-69C7-4C90-931E-A5484B8200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B8B62-7D3E-19F8-263C-F02F9910E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A11DC-391A-9AC4-A6A0-3E10F9481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7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F64E3-6B6D-8E44-5651-DC8522C43CE6}"/>
              </a:ext>
            </a:extLst>
          </p:cNvPr>
          <p:cNvSpPr txBox="1"/>
          <p:nvPr/>
        </p:nvSpPr>
        <p:spPr>
          <a:xfrm>
            <a:off x="345233" y="335902"/>
            <a:ext cx="2584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Driver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2915F0-39C1-5BDE-B606-A569AF372E5B}"/>
              </a:ext>
            </a:extLst>
          </p:cNvPr>
          <p:cNvSpPr/>
          <p:nvPr/>
        </p:nvSpPr>
        <p:spPr>
          <a:xfrm>
            <a:off x="9703304" y="315021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Face Ladder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05582-EF86-6C17-A39A-AC3BF0D8F848}"/>
              </a:ext>
            </a:extLst>
          </p:cNvPr>
          <p:cNvSpPr/>
          <p:nvPr/>
        </p:nvSpPr>
        <p:spPr>
          <a:xfrm>
            <a:off x="3307337" y="603434"/>
            <a:ext cx="1926144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Approach Depot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8A222-1AE1-5821-9AE3-A23E99456EFB}"/>
              </a:ext>
            </a:extLst>
          </p:cNvPr>
          <p:cNvSpPr/>
          <p:nvPr/>
        </p:nvSpPr>
        <p:spPr>
          <a:xfrm>
            <a:off x="8664034" y="603435"/>
            <a:ext cx="2078544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Right Bump Drive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FFFD-7FFA-DF97-8D6F-163DB410D776}"/>
              </a:ext>
            </a:extLst>
          </p:cNvPr>
          <p:cNvSpPr/>
          <p:nvPr/>
        </p:nvSpPr>
        <p:spPr>
          <a:xfrm>
            <a:off x="5616035" y="603436"/>
            <a:ext cx="2078544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Left Bump Drive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BA39E-8E6C-2C2D-0878-EFC168040B5D}"/>
              </a:ext>
            </a:extLst>
          </p:cNvPr>
          <p:cNvSpPr/>
          <p:nvPr/>
        </p:nvSpPr>
        <p:spPr>
          <a:xfrm>
            <a:off x="9756775" y="5602431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Rotation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BB9A10-267B-FE78-C476-8D2507C5A16A}"/>
              </a:ext>
            </a:extLst>
          </p:cNvPr>
          <p:cNvSpPr/>
          <p:nvPr/>
        </p:nvSpPr>
        <p:spPr>
          <a:xfrm>
            <a:off x="332791" y="4152149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Field 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10AC5-3805-9140-9F6E-0AD3E1D52544}"/>
              </a:ext>
            </a:extLst>
          </p:cNvPr>
          <p:cNvSpPr/>
          <p:nvPr/>
        </p:nvSpPr>
        <p:spPr>
          <a:xfrm>
            <a:off x="3425823" y="1021504"/>
            <a:ext cx="1807658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Approach Coral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26A4D-7363-5130-A509-061B8B56255E}"/>
              </a:ext>
            </a:extLst>
          </p:cNvPr>
          <p:cNvSpPr/>
          <p:nvPr/>
        </p:nvSpPr>
        <p:spPr>
          <a:xfrm>
            <a:off x="4635229" y="1477373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Empty Fuel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685A9-97F2-E16B-0A3B-1D1D73FA3A0C}"/>
              </a:ext>
            </a:extLst>
          </p:cNvPr>
          <p:cNvSpPr/>
          <p:nvPr/>
        </p:nvSpPr>
        <p:spPr>
          <a:xfrm>
            <a:off x="6770384" y="1489643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Goto Climb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A1792-0975-06F2-DCDC-60A6DB1EF1B9}"/>
              </a:ext>
            </a:extLst>
          </p:cNvPr>
          <p:cNvSpPr/>
          <p:nvPr/>
        </p:nvSpPr>
        <p:spPr>
          <a:xfrm>
            <a:off x="9703305" y="2348722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Aim &amp; Shoot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A5126C-3CC9-34EA-C4A7-B54817482BDB}"/>
              </a:ext>
            </a:extLst>
          </p:cNvPr>
          <p:cNvSpPr/>
          <p:nvPr/>
        </p:nvSpPr>
        <p:spPr>
          <a:xfrm>
            <a:off x="9703306" y="1477374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Brake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C4C912-598C-BBCF-680E-57B389A7F861}"/>
              </a:ext>
            </a:extLst>
          </p:cNvPr>
          <p:cNvSpPr/>
          <p:nvPr/>
        </p:nvSpPr>
        <p:spPr>
          <a:xfrm>
            <a:off x="1830288" y="3676252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Auto Climb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62A4B6-A9C2-7AE0-777A-C5D06132EC4B}"/>
              </a:ext>
            </a:extLst>
          </p:cNvPr>
          <p:cNvSpPr/>
          <p:nvPr/>
        </p:nvSpPr>
        <p:spPr>
          <a:xfrm>
            <a:off x="2134344" y="299159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Override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7E4E06-F17E-D198-EA49-12FD3963EB64}"/>
              </a:ext>
            </a:extLst>
          </p:cNvPr>
          <p:cNvSpPr/>
          <p:nvPr/>
        </p:nvSpPr>
        <p:spPr>
          <a:xfrm>
            <a:off x="5432996" y="2738408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Fuel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898AE3-D9F1-A18D-B71E-C2D427EB2E75}"/>
              </a:ext>
            </a:extLst>
          </p:cNvPr>
          <p:cNvSpPr/>
          <p:nvPr/>
        </p:nvSpPr>
        <p:spPr>
          <a:xfrm>
            <a:off x="3837461" y="2250483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Get Off Fuel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8506C8-F57E-39F8-A34E-828E8C47B467}"/>
              </a:ext>
            </a:extLst>
          </p:cNvPr>
          <p:cNvSpPr/>
          <p:nvPr/>
        </p:nvSpPr>
        <p:spPr>
          <a:xfrm>
            <a:off x="6468827" y="2038210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Reset Position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F0E149-60C3-3DE4-8C7B-AC39623BE23D}"/>
              </a:ext>
            </a:extLst>
          </p:cNvPr>
          <p:cNvSpPr/>
          <p:nvPr/>
        </p:nvSpPr>
        <p:spPr>
          <a:xfrm>
            <a:off x="2093066" y="2525630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Just Shoot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99CFC-74FE-CB6D-7889-D1DA0A1C77BD}"/>
              </a:ext>
            </a:extLst>
          </p:cNvPr>
          <p:cNvSpPr/>
          <p:nvPr/>
        </p:nvSpPr>
        <p:spPr>
          <a:xfrm>
            <a:off x="1316879" y="4668219"/>
            <a:ext cx="1933508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Straif Hub R -&gt; 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DB3440-602E-C7AF-02A4-01662A421BA1}"/>
              </a:ext>
            </a:extLst>
          </p:cNvPr>
          <p:cNvSpPr/>
          <p:nvPr/>
        </p:nvSpPr>
        <p:spPr>
          <a:xfrm>
            <a:off x="738356" y="5228226"/>
            <a:ext cx="1933508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Straif Hub L-&gt;R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9706C2-21F2-96CA-4FF0-6CDC8E02EAF1}"/>
              </a:ext>
            </a:extLst>
          </p:cNvPr>
          <p:cNvSpPr/>
          <p:nvPr/>
        </p:nvSpPr>
        <p:spPr>
          <a:xfrm>
            <a:off x="395447" y="1477373"/>
            <a:ext cx="1776927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Retract Climber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1EFF2D-521C-B3E4-0E30-0791FD9741D6}"/>
              </a:ext>
            </a:extLst>
          </p:cNvPr>
          <p:cNvSpPr/>
          <p:nvPr/>
        </p:nvSpPr>
        <p:spPr>
          <a:xfrm>
            <a:off x="393959" y="1934506"/>
            <a:ext cx="1776927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Extend Climber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FDAC78-85A1-8FDA-45E0-4D17AD3E3FE7}"/>
              </a:ext>
            </a:extLst>
          </p:cNvPr>
          <p:cNvSpPr/>
          <p:nvPr/>
        </p:nvSpPr>
        <p:spPr>
          <a:xfrm>
            <a:off x="8905536" y="387479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D871D7-CC1B-4507-C256-0656B10AA032}"/>
              </a:ext>
            </a:extLst>
          </p:cNvPr>
          <p:cNvSpPr/>
          <p:nvPr/>
        </p:nvSpPr>
        <p:spPr>
          <a:xfrm>
            <a:off x="9057936" y="402719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95BC81-9903-6C07-5912-D3957C575183}"/>
              </a:ext>
            </a:extLst>
          </p:cNvPr>
          <p:cNvSpPr/>
          <p:nvPr/>
        </p:nvSpPr>
        <p:spPr>
          <a:xfrm>
            <a:off x="9210336" y="417959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7A8DB9-C713-AA15-2812-CCC07794A7F1}"/>
              </a:ext>
            </a:extLst>
          </p:cNvPr>
          <p:cNvSpPr/>
          <p:nvPr/>
        </p:nvSpPr>
        <p:spPr>
          <a:xfrm>
            <a:off x="9362736" y="433199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02DB40-516B-747B-A443-F6075F2E3035}"/>
              </a:ext>
            </a:extLst>
          </p:cNvPr>
          <p:cNvSpPr/>
          <p:nvPr/>
        </p:nvSpPr>
        <p:spPr>
          <a:xfrm>
            <a:off x="9515136" y="448439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85EDB5A-FD4C-2719-C0BA-49AE86CAF06C}"/>
              </a:ext>
            </a:extLst>
          </p:cNvPr>
          <p:cNvGrpSpPr/>
          <p:nvPr/>
        </p:nvGrpSpPr>
        <p:grpSpPr>
          <a:xfrm>
            <a:off x="3674884" y="3283043"/>
            <a:ext cx="4842232" cy="3404835"/>
            <a:chOff x="3674884" y="3283043"/>
            <a:chExt cx="4842232" cy="3404835"/>
          </a:xfrm>
        </p:grpSpPr>
        <p:pic>
          <p:nvPicPr>
            <p:cNvPr id="5" name="Picture 4" descr="A blue video game controller&#10;&#10;AI-generated content may be incorrect.">
              <a:extLst>
                <a:ext uri="{FF2B5EF4-FFF2-40B4-BE49-F238E27FC236}">
                  <a16:creationId xmlns:a16="http://schemas.microsoft.com/office/drawing/2014/main" id="{BE5E009C-9A4B-95EC-4554-819461DED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4884" y="3283043"/>
              <a:ext cx="4842232" cy="340483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51F236-D3FE-6452-481B-09721FBE1382}"/>
                </a:ext>
              </a:extLst>
            </p:cNvPr>
            <p:cNvSpPr txBox="1"/>
            <p:nvPr/>
          </p:nvSpPr>
          <p:spPr>
            <a:xfrm>
              <a:off x="8085485" y="3460782"/>
              <a:ext cx="338554" cy="580800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Trigger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9A40E2-D488-0000-AA58-B526E86625F3}"/>
                </a:ext>
              </a:extLst>
            </p:cNvPr>
            <p:cNvSpPr txBox="1"/>
            <p:nvPr/>
          </p:nvSpPr>
          <p:spPr>
            <a:xfrm>
              <a:off x="3849640" y="3445315"/>
              <a:ext cx="338554" cy="580800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Trigger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C11248B-278B-A234-4B23-5454D180299A}"/>
                </a:ext>
              </a:extLst>
            </p:cNvPr>
            <p:cNvSpPr txBox="1"/>
            <p:nvPr/>
          </p:nvSpPr>
          <p:spPr>
            <a:xfrm rot="5400000">
              <a:off x="7145938" y="3163712"/>
              <a:ext cx="338554" cy="705321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Bumper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2444FA-53A6-661F-A252-D549FDE48773}"/>
                </a:ext>
              </a:extLst>
            </p:cNvPr>
            <p:cNvSpPr txBox="1"/>
            <p:nvPr/>
          </p:nvSpPr>
          <p:spPr>
            <a:xfrm rot="5400000">
              <a:off x="4835342" y="3163713"/>
              <a:ext cx="338554" cy="705321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Bumper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386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video game controller&#10;&#10;AI-generated content may be incorrect.">
            <a:extLst>
              <a:ext uri="{FF2B5EF4-FFF2-40B4-BE49-F238E27FC236}">
                <a16:creationId xmlns:a16="http://schemas.microsoft.com/office/drawing/2014/main" id="{80FBD04D-F57C-3CF7-80B9-C7BDF1A1A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728" y="3255682"/>
            <a:ext cx="5100544" cy="360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5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54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Chip Boling</dc:creator>
  <cp:lastModifiedBy>Chip Boling</cp:lastModifiedBy>
  <cp:revision>6</cp:revision>
  <dcterms:created xsi:type="dcterms:W3CDTF">2026-02-10T00:38:55Z</dcterms:created>
  <dcterms:modified xsi:type="dcterms:W3CDTF">2026-02-10T14:09:41Z</dcterms:modified>
</cp:coreProperties>
</file>