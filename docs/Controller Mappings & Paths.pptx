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42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BB9A10-267B-FE78-C476-8D2507C5A16A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026A4D-7363-5130-A509-061B8B56255E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6663158" y="113984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3A1792-0975-06F2-DCDC-60A6DB1EF1B9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C4C912-598C-BBCF-680E-57B389A7F861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62A4B6-A9C2-7AE0-777A-C5D06132EC4B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7E4E06-F17E-D198-EA49-12FD3963EB64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F0E149-60C3-3DE4-8C7B-AC39623BE23D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799CFC-74FE-CB6D-7889-D1DA0A1C77BD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DB3440-602E-C7AF-02A4-01662A421BA1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9706C2-21F2-96CA-4FF0-6CDC8E02EAF1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1EFF2D-521C-B3E4-0E30-0791FD9741D6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95BC81-9903-6C07-5912-D3957C575183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7A8DB9-C713-AA15-2812-CCC07794A7F1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74884" y="32830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728" y="3255682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91D089-99E6-4C80-CEDD-42DC02C41662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C29E48-BE65-CBBC-E66E-A7B03C987EF2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ECC727-D0C1-834D-267E-C1B975329CC9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EEF3F-66DA-06E9-853D-91A7DA5105F0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6770384" y="148964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63266B-6E03-53D4-97FE-499955BC35DA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D4B113-BD39-01A3-8819-0D80F850C080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75FC37-3304-3838-2E62-DFA6B8BCE1F4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B3F50A-FFA8-E4EA-EA5C-F47592E5A084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C38623-D4B1-E2FF-6BA6-B423FA6F1473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2C7253-60E3-A184-4D6E-E07579E3A8CC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6E82EA-1AE1-CFB3-BE12-C33072D8CBE7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6CB937-8976-AE7B-7FE7-929F24F3C592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55776" y="3294796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924656" y="3282792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88677" y="3445315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214641" y="3429000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70683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186136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S1- 3.8, 7.5</a:t>
            </a:r>
          </a:p>
          <a:p>
            <a:pPr indent="285750"/>
            <a:r>
              <a:rPr lang="en-US" sz="1600" dirty="0"/>
              <a:t>S2- 3.7, 5.0</a:t>
            </a:r>
          </a:p>
          <a:p>
            <a:pPr indent="285750"/>
            <a:r>
              <a:rPr lang="en-US" sz="1600" dirty="0"/>
              <a:t>S3- 3.7, 2.8</a:t>
            </a:r>
          </a:p>
          <a:p>
            <a:pPr indent="285750"/>
            <a:r>
              <a:rPr lang="en-US" sz="1600" dirty="0"/>
              <a:t>S4- 3.8,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AB59C961-3696-03C9-3E25-29BB556001EA}"/>
              </a:ext>
            </a:extLst>
          </p:cNvPr>
          <p:cNvSpPr/>
          <p:nvPr/>
        </p:nvSpPr>
        <p:spPr>
          <a:xfrm>
            <a:off x="5218585" y="2579483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A3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219423" y="2027091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50492" y="2299189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14807" y="2027091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72249" y="2270687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11689B-315D-85E7-6146-CE49FAC4F925}"/>
              </a:ext>
            </a:extLst>
          </p:cNvPr>
          <p:cNvSpPr/>
          <p:nvPr/>
        </p:nvSpPr>
        <p:spPr>
          <a:xfrm>
            <a:off x="6614808" y="2551494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B8492B-5C8E-756A-F71B-9D97D7B861EA}"/>
              </a:ext>
            </a:extLst>
          </p:cNvPr>
          <p:cNvSpPr/>
          <p:nvPr/>
        </p:nvSpPr>
        <p:spPr>
          <a:xfrm>
            <a:off x="5216943" y="4831434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F5D0803-AB42-78EA-05F5-C1A7A93C1508}"/>
              </a:ext>
            </a:extLst>
          </p:cNvPr>
          <p:cNvSpPr/>
          <p:nvPr/>
        </p:nvSpPr>
        <p:spPr>
          <a:xfrm>
            <a:off x="5217781" y="4287751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27DE07-00AD-7113-708B-7BAA4FD03616}"/>
              </a:ext>
            </a:extLst>
          </p:cNvPr>
          <p:cNvSpPr/>
          <p:nvPr/>
        </p:nvSpPr>
        <p:spPr>
          <a:xfrm>
            <a:off x="5148850" y="4559849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E14AF4-F66C-E05D-41B4-4C8E57B63695}"/>
              </a:ext>
            </a:extLst>
          </p:cNvPr>
          <p:cNvSpPr/>
          <p:nvPr/>
        </p:nvSpPr>
        <p:spPr>
          <a:xfrm>
            <a:off x="6613166" y="4287751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86FF98-785C-4306-A6F8-CBE8D53875D0}"/>
              </a:ext>
            </a:extLst>
          </p:cNvPr>
          <p:cNvSpPr/>
          <p:nvPr/>
        </p:nvSpPr>
        <p:spPr>
          <a:xfrm>
            <a:off x="6670607" y="4531347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8A24AD-8785-C327-6477-1A224574605A}"/>
              </a:ext>
            </a:extLst>
          </p:cNvPr>
          <p:cNvSpPr/>
          <p:nvPr/>
        </p:nvSpPr>
        <p:spPr>
          <a:xfrm>
            <a:off x="6613166" y="4812154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209938" y="1203918"/>
            <a:ext cx="162859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3.5, 5.9</a:t>
            </a:r>
          </a:p>
          <a:p>
            <a:pPr indent="285750"/>
            <a:r>
              <a:rPr lang="en-US" sz="1400" dirty="0"/>
              <a:t>N1 – 5.8, 5.9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 </a:t>
            </a:r>
            <a:r>
              <a:rPr lang="en-US" sz="1400"/>
              <a:t>, 5.5 </a:t>
            </a:r>
            <a:endParaRPr lang="en-US" sz="1400" dirty="0"/>
          </a:p>
          <a:p>
            <a:pPr indent="285750"/>
            <a:r>
              <a:rPr lang="en-US" sz="1400" dirty="0"/>
              <a:t>N2 – 5.8, 5.5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A3 – 3.5, 5.2</a:t>
            </a:r>
          </a:p>
          <a:p>
            <a:pPr indent="285750"/>
            <a:r>
              <a:rPr lang="en-US" sz="1400" dirty="0"/>
              <a:t>N3- , 5.2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A4- 3.5,</a:t>
            </a:r>
          </a:p>
          <a:p>
            <a:pPr indent="285750"/>
            <a:r>
              <a:rPr lang="en-US" sz="1400" dirty="0"/>
              <a:t>N4 -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A5- 3.4, </a:t>
            </a:r>
          </a:p>
          <a:p>
            <a:pPr indent="285750"/>
            <a:r>
              <a:rPr lang="en-US" sz="1400" dirty="0"/>
              <a:t>N5 –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A6- 3.5,</a:t>
            </a:r>
          </a:p>
          <a:p>
            <a:pPr indent="285750"/>
            <a:r>
              <a:rPr lang="en-US" sz="1400" dirty="0"/>
              <a:t>N6 –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CC9A7-880F-366A-4746-7412F463E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474870-262B-56B2-C101-7A3ECFA23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76688C5-2DB5-3573-C036-EEEC845792B6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3D64EA-FEFF-C83C-7CE7-E2528F5BB46E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89E226-D443-450A-0711-EBFF224ED75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DB10E5-7987-67AE-907D-96866B8306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029B26A-875C-1D34-AAF4-C8E884027635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BBBB089-600F-0CD7-D8E3-A973E80D20B9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13668E3-CD92-69C0-E8BA-B7E0D12A73F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35936B-1325-C650-3B17-AC0F166F545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DD6E884-E7C9-96F7-88DE-DC30AADC0597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B946095-33EC-8DA1-1648-B873A7DA710F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CFA70FA-7418-9F50-427D-C6DF937CEE0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74A1FFB-E610-E95E-B19F-04DCB58F0F36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C86588-8ED1-3659-9E2A-E253DADE2A4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79418DD-92C7-0D8D-E902-3265EA6DBBF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F024290-7F9D-E571-D4A0-A3FBF500F98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9F63A00-5303-5C26-A115-E1A786C6F7A6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2B75DE-B760-C9A3-6E6F-9DA1A11BDA28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501CA7-EF96-2D51-8A6E-B1D28591D209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CECEE9-5407-DB14-8494-C9B6CE444FCF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F0B1E-D6F0-28B9-A18D-828235E52A09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209567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2051</TotalTime>
  <Words>333</Words>
  <Application>Microsoft Office PowerPoint</Application>
  <PresentationFormat>Widescreen</PresentationFormat>
  <Paragraphs>141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20</cp:revision>
  <dcterms:created xsi:type="dcterms:W3CDTF">2026-02-10T00:38:55Z</dcterms:created>
  <dcterms:modified xsi:type="dcterms:W3CDTF">2026-02-17T14:14:10Z</dcterms:modified>
</cp:coreProperties>
</file>